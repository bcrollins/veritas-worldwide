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INVESTIGATION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Israel Dossier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sourced to government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1828800" cy="18288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40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$310B+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Aid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3657600"/>
            <a:ext cx="1828800" cy="18288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840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75,000+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657600"/>
            <a:ext cx="1828800" cy="18288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840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17,000+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657600"/>
            <a:ext cx="1828800" cy="18288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3840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14,000+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6656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Bombs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CRS · UN OCHA · ICJ · CPJ · B'Tselem · SIPRI · The Lancet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6400800"/>
            <a:ext cx="7680960" cy="1097280"/>
          </a:xfrm>
          <a:prstGeom prst="rect">
            <a:avLst>
              <a:gd name="adj" fmla="val 8333"/>
            </a:avLst>
          </a:prstGeom>
          <a:solidFill>
            <a:srgbClr val="1A1A1A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6492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· Click any stat to expand · Full source links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documented record at veritasworldwide.com/israel-dossier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7863840"/>
            <a:ext cx="4572000" cy="640080"/>
          </a:xfrm>
          <a:prstGeom prst="rect">
            <a:avLst>
              <a:gd name="adj" fmla="val 14286"/>
            </a:avLst>
          </a:prstGeom>
          <a:solidFill>
            <a:srgbClr val="8B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7863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FULL DOSSIER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9070848"/>
            <a:ext cx="9144000" cy="73152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2026-03-24T10:27:38Z</dcterms:created>
  <dcterms:modified xsi:type="dcterms:W3CDTF">2026-03-24T10:27:38Z</dcterms:modified>
</cp:coreProperties>
</file>