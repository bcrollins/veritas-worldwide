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5544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FISA Section 702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Faces April Sunset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Bipartisan reform bill demands warrant requirement for Americans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 2026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6858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 deadline for warrantless surveillance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7498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Congress.gov, S.4201 / H.R.8901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8046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SWIPE FOR THE FULL STORY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702 BY THE NUMBERS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Americans' communications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without warrant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(2023, ODNI report)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Warrants required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U.S. person queries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(current law)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278,000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queries of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Americans' data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(2022, declassified)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ODNI Annual Transparency Report · FISA Court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SECTION 702?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702 of the Foreign Intelligence Surveillance Act allows U.S. intelligence agencies to collect communications of foreign targets located outside the United States — WITHOUT a warrant.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When those foreign targets communicate with Americans, those American communications are swept up too. Intelligence agencies can then search this database for American communications — a practice critics call the "backdoor search loophole."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NSA, CIA, and FBI all have access to this data.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was first authorized in 2008 and has been reauthorized multiple times, most recently in April 2024 for two years.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27 of The Record traces surveillance from ECHELON (1960s) through PRISM (2013, revealed by Edward Snowden) to today's Section 702 debate.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FISA Amendments Act of 2008 · ODNI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REFORM BILL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S.4201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Senate bill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requiring warrants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U.S. person queries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H.R.8901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companion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— bipartisan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co-sponsors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sunset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— must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 or reform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Congress.gov · Senate Judiciary Committee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SNOWDEN REVEALED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June 2013, NSA contractor Edward Snowden disclosed classified documents revealing: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PRISM: Direct access to servers of Google, Apple, Microsoft, Facebook, Yahoo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Upstream collection: Tapping fiber optic cables carrying internet traffic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XKeyscore: Tool allowing analysts to search virtually anything a person does online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Tempora (UK/GCHQ): Collecting all internet traffic flowing through UK cables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 metadata: NSA collected records of every American phone call (who, when, duration)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FISA Court had secretly approved these programs.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2015 USA FREEDOM Act ended bulk phone metadata collection but left Section 702 intact.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27 of The Record documents the full surveillance timeline.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NSA declassified docs · FISA Court opinions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ECHELON TO PEGASUS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surveillance state didn't start with 9/11: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1947: UKUSA Agreement (Five Eyes) — US, UK, Canada, Australia, New Zealand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1960s–2000s: ECHELON — satellite interception network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2001: PATRIOT Act massively expanded surveillance authority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2005: NYT reveals warrantless wiretapping under Bush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2013: Snowden revelations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2021: Pegasus Project — NSO Group spyware on journalists, activists, heads of state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2024: Section 702 renewed with expanded definition of "electronic communications service provider"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expansion of the provider definition in 2024 means the government can now compel virtually any company with access to communications equipment to assist in surveillance.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UKUSA Agreement (declassified) · NYT · Pegasus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SURVEILLANCE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$80B+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U.S.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budget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(17 agencies)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NSA annual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(estimated)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Snowden docs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— nations in the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intelligence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in 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ODNI · Snowden documents · Congressional oversight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RIGHT NOW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abstract. Your smartphone: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 a unique advertising ID tracked across apps and websites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Shares location data with data brokers (sold to anyone, including government)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Connects to cell towers that log your position 24/7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Runs apps that request microphone, camera, and contact access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DNS queries that reveal every website you visit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2024, the FTC found that major data brokers sold Americans' location data to government agencies — bypassing the warrant requirement entirely.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Fourth Amendment protects against unreasonable searches. The question is whether digital surveillance has rendered that protection meaningless.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FTC Reports · Carpenter v. United States (2018)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Contact your representatives: Tell them to support S.4201/H.R.8901 requiring warrants for U.S. person queries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Understand your digital footprint: Review app permissions on your phone — revoke access you didn't knowingly grant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encrypted communications: Signal, ProtonMail — end-to-end encryption that even service providers cannot access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Read the primary sources: FISA Court opinions are declassified and available at fisc.uscourts.gov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Share this information: An informed public is the strongest safeguard against the abuse of power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surveillance chapter (Chapter 27) with all primary source links is free at veritasworldwide.com.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EFF · ACLU · Senate Judiciary Committee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20116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full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 Chapter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sourced. Every figure documented.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ads. No paywalls. Just the record.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5943600"/>
            <a:ext cx="4572000" cy="731520"/>
          </a:xfrm>
          <a:prstGeom prst="rect">
            <a:avLst>
              <a:gd name="adj" fmla="val 12500"/>
            </a:avLst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5943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7040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· Share · Send to someone who needs to see this.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7680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truth does not need your belief — it needs your voice."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2026-03-24T10:26:39Z</dcterms:created>
  <dcterms:modified xsi:type="dcterms:W3CDTF">2026-03-24T10:26:39Z</dcterms:modified>
</cp:coreProperties>
</file>