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NaN" cy="NaN"/>
  <p:notesSz cx="NaN" cy="NaN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WORLDWIDE PRESS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200400" y="1645920"/>
            <a:ext cx="2743200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ISRAEL</a:t>
            </a:r>
            <a:endParaRPr lang="en-US" sz="5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DOSSIER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$310B+ in U.S. aid · 75,000+ killed · 17,000+ children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sourced to government records.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675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CRS · UN OCHA · ICJ · CPJ · SIPRI · World Bank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7772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SWIPE TO READ THE RECORD 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MONEY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$310 BILLION+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U.S. aid to Israel (inflation-adjusted)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Congressional Research Service Report RL33222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4206240"/>
            <a:ext cx="1828800" cy="219456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480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53035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10-year MOU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(2019–2028)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4206240"/>
            <a:ext cx="1828800" cy="219456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4480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$16.3B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51760" y="53035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Post-Oct 7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4206240"/>
            <a:ext cx="1828800" cy="219456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4480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$46.5B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54880" y="53035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 defense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2024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4206240"/>
            <a:ext cx="1828800" cy="219456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4480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14,000+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0" y="53035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MK-84 bombs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6858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MK-84 has a lethal blast radius of 360 meters — 4 football fields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7498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CRS Report RL33222 · SIPRI · WSJ/NYT Investigation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COST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75,000+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Palestinians killed since October 7, 2023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840480"/>
            <a:ext cx="1828800" cy="201168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17,000+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4937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killed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840480"/>
            <a:ext cx="1828800" cy="201168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171,000+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51760" y="4937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840480"/>
            <a:ext cx="1828800" cy="201168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1.9M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4937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Displaced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3840480"/>
            <a:ext cx="1828800" cy="201168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58000" y="4937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Babies under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1 killed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Planck Institute estimate: 100,000–126,000 total deaths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 children under 15 · 24% women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7498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Gaza MoH via OCHA · Max Planck Institute · UNICEF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DESTROYED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0"/>
            <a:ext cx="2560320" cy="2560320"/>
          </a:xfrm>
          <a:prstGeom prst="rect">
            <a:avLst>
              <a:gd name="adj" fmla="val 3571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Gaza's housing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damaged or destroyed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UNOSAT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560320" cy="2560320"/>
          </a:xfrm>
          <a:prstGeom prst="rect">
            <a:avLst>
              <a:gd name="adj" fmla="val 3571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920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26/36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74720" y="28346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rendered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560320" cy="2560320"/>
          </a:xfrm>
          <a:prstGeom prst="rect">
            <a:avLst>
              <a:gd name="adj" fmla="val 3571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920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12/12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28346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universities damaged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destroyed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UNESCO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2560320" cy="2560320"/>
          </a:xfrm>
          <a:prstGeom prst="rect">
            <a:avLst>
              <a:gd name="adj" fmla="val 3571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46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" y="5760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damaged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destroyed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83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UNRWA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4572000"/>
            <a:ext cx="2560320" cy="2560320"/>
          </a:xfrm>
          <a:prstGeom prst="rect">
            <a:avLst>
              <a:gd name="adj" fmla="val 3571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4846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474720" y="5760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water infrastructure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6583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UNICEF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4572000"/>
            <a:ext cx="2560320" cy="2560320"/>
          </a:xfrm>
          <a:prstGeom prst="rect">
            <a:avLst>
              <a:gd name="adj" fmla="val 3571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846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309360" y="5760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electrical grid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6583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7680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625,000+ housing units damaged or destroyed — 85% of population displaced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WAR ON JOURNALISTS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250+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Journalists killed by Israel since October 2023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any nation has killed in CPJ's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32-year history of record-keeping.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7548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5029200"/>
            <a:ext cx="2560320" cy="2743200"/>
          </a:xfrm>
          <a:prstGeom prst="rect">
            <a:avLst>
              <a:gd name="adj" fmla="val 3571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212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577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journalists killed globally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 by Israel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Deadliest year in CPJ history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5029200"/>
            <a:ext cx="2560320" cy="2743200"/>
          </a:xfrm>
          <a:prstGeom prst="rect">
            <a:avLst>
              <a:gd name="adj" fmla="val 3571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5212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5577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74720" y="64008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journalists killed globally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2/3 by Israel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record 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5029200"/>
            <a:ext cx="2560320" cy="2743200"/>
          </a:xfrm>
          <a:prstGeom prst="rect">
            <a:avLst>
              <a:gd name="adj" fmla="val 3571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5212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55778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09360" y="64008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journalists murdered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their work in 2025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 by Israeli forces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8046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Committee to Protect Journalists, Annual Press Freedom Reports 2024 &amp; 2025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LAW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ICJ Advisory Opinion</a:t>
            </a:r>
            <a:endParaRPr lang="en-US" sz="3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July 19, 2024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proceeding in ICJ history — 52 states presented arguments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7680960" cy="914400"/>
          </a:xfrm>
          <a:prstGeom prst="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38328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Israel's occupation of Gaza, West Bank, and East Jerusalem is UNLAWFUL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389120"/>
            <a:ext cx="7680960" cy="914400"/>
          </a:xfrm>
          <a:prstGeom prst="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4805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settlement regime constitutes ANNEXATION violating international law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5486400"/>
            <a:ext cx="7680960" cy="914400"/>
          </a:xfrm>
          <a:prstGeom prst="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5778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Israel's measures violate the prohibition on RACIAL SEGREGATION and APARTHEID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6583680"/>
            <a:ext cx="7680960" cy="914400"/>
          </a:xfrm>
          <a:prstGeom prst="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667512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 must END its occupation, DISMANTLE settlements, pay FULL REPARATIONS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7589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UNGA Vote: 124 IN FAVOR · 43 abstained · 14 against (incl. U.S. &amp; Israel)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AIPAC &amp; CONGRESSIONAL LOBBYING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$126.9M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AIPAC PAC + Super PAC spending in 2024 election cycle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 filings — public record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931920"/>
            <a:ext cx="1828800" cy="219456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06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Congressional races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 in 2024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931920"/>
            <a:ext cx="1828800" cy="219456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4206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5029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in 2025–26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so far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931920"/>
            <a:ext cx="1828800" cy="219456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4206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5029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than the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next-biggest PAC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3931920"/>
            <a:ext cx="1828800" cy="219456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4206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58000" y="5029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vetoes at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Security Council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83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AIPAC's Super PAC (United Democracy Project) targets Democratic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primaries to defeat candidates who criticize Israel's conduct.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75895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FEC filings · Read Sludge · The Intercept · TrackAIPAC.com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274320"/>
          </a:xfrm>
          <a:prstGeom prst="rect">
            <a:avLst>
              <a:gd name="adj" fmla="val 16667"/>
            </a:avLst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VERIFIED — Multiple independent 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INCIDENT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Killing of Hind Rajab</a:t>
            </a:r>
            <a:endParaRPr lang="en-US" sz="3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29, 2024 — Tel al-Hawa, Gaza City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931920"/>
            <a:ext cx="7680960" cy="3291840"/>
          </a:xfrm>
          <a:prstGeom prst="rect">
            <a:avLst>
              <a:gd name="adj" fmla="val 2778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11480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 and six family members were fleeing in a civilian vehicle when it was fired upon by an Israeli tank.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cousin Layan, 15, called the Red Crescent: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"They are shooting at us. The tank is right next to me."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passengers except Hind were killed instantly. She survived alone for three hours, whispering to dispatchers: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"Come take me. I'm so scared."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paramedics dispatched with Israeli military coordination were also killed. 9 total dead.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75895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PRCS audio recordings · Euro-Med Monitor · Al Jazeera · Forensic Architecture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 REALITY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$54,177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 per capita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1A1A1A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PALESTINE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$2,592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84632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 per capita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54:1 RATIO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FAMINE CONDITIONS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669280"/>
            <a:ext cx="2560320" cy="2011680"/>
          </a:xfrm>
          <a:prstGeom prst="rect">
            <a:avLst>
              <a:gd name="adj" fmla="val 454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852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" y="65836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Gaza GDP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contraction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(Oct '23–Sep '24)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5669280"/>
            <a:ext cx="2560320" cy="2011680"/>
          </a:xfrm>
          <a:prstGeom prst="rect">
            <a:avLst>
              <a:gd name="adj" fmla="val 454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5852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2.23M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474720" y="65836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facing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crisis-level food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insecurity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5669280"/>
            <a:ext cx="2560320" cy="2011680"/>
          </a:xfrm>
          <a:prstGeom prst="rect">
            <a:avLst>
              <a:gd name="adj" fmla="val 454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5852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94,000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309360" y="65836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treated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acute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malnutrition in 2025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7955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Bank 2024 · IPC Special Brief Dec 2024 · WHO Nutrition Surveillance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WORLDWIDE PRESS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200400" y="2011680"/>
            <a:ext cx="2743200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full</a:t>
            </a:r>
            <a:endParaRPr lang="en-US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Israel Dossier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sourced. Every claim documented.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commentary. Just the record.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5760720"/>
            <a:ext cx="4572000" cy="731520"/>
          </a:xfrm>
          <a:prstGeom prst="rect">
            <a:avLst>
              <a:gd name="adj" fmla="val 12500"/>
            </a:avLst>
          </a:prstGeom>
          <a:solidFill>
            <a:srgbClr val="8B1A1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57607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veritasworldwide.com/israel-dossier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6858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this post · Save it · Send it to someone who needs to see it.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7498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truth does not need your belief —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needs your voice."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2026-03-24T10:23:05Z</dcterms:created>
  <dcterms:modified xsi:type="dcterms:W3CDTF">2026-03-24T10:23:05Z</dcterms:modified>
</cp:coreProperties>
</file>