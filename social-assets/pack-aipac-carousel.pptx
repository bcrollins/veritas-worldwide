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MONEY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AIPAC Spent $28M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2026 Primaries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Shell PACs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$22M in Illinois alone · FEC filings · Named donors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$126.9M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6858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AIPAC spending in 2024 election 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7498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Filings · Read Sludge · TrackAIPAC.com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FOR THE FULL STORY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ELECTION CYCLE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across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389 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$55.2M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donations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candidates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candidates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 their races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filings · OpenSecrets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AIPAC OPERATES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 uses a multi-layered spending structure: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AIPAC PAC: Direct contributions to candidates (limited to $5,000/election per candidate)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United Democracy Project (UDP): Super PAC — unlimited spending on ads and outreach, cannot coordinate directly with campaigns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Bundling: AIPAC connects donors to candidates, facilitating millions in individual contributions that don't appear as AIPAC spending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State-level PACs: Affiliated organizations in key states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strategy: AIPAC's super PAC focuses on DEMOCRATIC PRIMARIES — spending millions to defeat progressive candidates who criticize Israel.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legal under Citizens United v. FEC (2010).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· Center for Responsive Politics · The Intercept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 CYCLE (TO DATE)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to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so far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$12.75M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 contributions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2025 alone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PAC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YoY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H1 2025 filings · Read Sludge March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GOT THE MOST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AIPAC's spending is bipartisan but strategic: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recipients in 2024 included members of: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Senate Foreign Relations Committee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House Foreign Affairs Committee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Senate and House Appropriations (defense subcommittees)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Senate and House Armed Services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AIPAC-backed candidates won in 70%+ of contested races.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Notably, AIPAC spent more than any other single organization to defeat progressive Democrats in 2024 primaries — a strategic choice to shape the party's position on Israel from within.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dollar: TrackAIPAC.com provides a searchable database of AIPAC contributions to every member of Congress.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· TrackAIPAC.com · OpenSecrets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VETO RECORD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lobbying extends to international forums: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United States has used its UN Security Council veto to block resolutions critical of Israel more than 53 times since 1970.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Israel-related vetoes the single most common use of the American veto power.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vetoes: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Oct 2023: Vetoed humanitarian ceasefire resolution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 2023: Vetoed ceasefire resolution (13-1 vote)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Feb 2024: Vetoed ceasefire resolution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 2024: First abstention allowing ceasefire resolution to pass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is one of 5 permanent members with veto power (alongside UK, France, Russia, China).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UN Security Council Official Records · UN Watch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LOBBYING SPEND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 lobbying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over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than next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PAC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lobbying disclosures · Read Sludge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LAW SAYS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legislation governing this relationship: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Foreign Agents Registration Act (FARA): Requires agents of foreign governments to register with DOJ. AIPAC has never been required to register, arguing it represents American citizens, not a foreign government.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1963 Fulbright hearings investigated AIPAC's predecessor (the American Zionist Council) and recommended FARA registration. The recommendation was not enforced.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Citizens United v. FEC (2010): Removed limits on independent expenditures by corporations and unions, enabling the super PAC structure AIPAC now uses.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Leahy Law: Prohibits military aid to units committing human rights violations — critics argue it has never been enforced against Israeli units.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FARA · Fulbright Hearings (1963) · Citizens United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FOLLOW THE MONEY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dollar is on the public record: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FEC.gov: Search all PAC contributions by candidate, committee, or donor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OpenSecrets.org: Aggregated lobbying and campaign finance data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TrackAIPAC.com: Specific AIPAC contributions by member of Congress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Congress.gov: Voting records — compare votes to contributions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Lobbying Disclosure Act filings: justice.gov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YOUR representative. See how much they received. Compare it to their votes on Israel-related legislation.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AIPAC chapter (Chapter 14) with primary source links is free at veritasworldwide.com.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· OpenSecrets · DOJ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AIPAC Investigation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sourced. Every figure documented.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paywalls. Just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594360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943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7040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Share · Send to someone who needs to see this.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 it needs your voice."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2026-03-24T10:26:39Z</dcterms:created>
  <dcterms:modified xsi:type="dcterms:W3CDTF">2026-03-24T10:26:39Z</dcterms:modified>
</cp:coreProperties>
</file>