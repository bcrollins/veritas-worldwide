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NaN" cy="NaN"/>
  <p:notesSz cx="NaN" cy="NaN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RESERVE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Fed Held Rates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Oil Surged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 $110/Barrel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4754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18, 2026 — FOMC voted 11–1 to hold at 3.5–3.75%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$110/bbl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6858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oil price as the Fed held steady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7498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Federal Reserve FOMC Statement, March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8046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SWIPE FOR THE FULL STORY 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DECISION — MARCH 18, 2026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3.5–3.75%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funds rate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unchanged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11–1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vote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(Waller dissented)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$110+/bbl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oil price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decision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Federal Reserve FOMC Statement · EIA · Reuters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Reserve held interest rates steady despite surging energy costs driven by geopolitical instability in the Middle East.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Crude oil has surged past $110/barrel due to escalating tensions with Iran and disrupted shipping through the Strait of Hormuz.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American households, this means: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gas prices at the pump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Elevated food costs (transportation)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Mortgage rates remain elevated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Credit card rates near historic highs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 is caught between fighting inflation and avoiding a recession — a scenario economists call stagflation.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 Waller's lone dissent signals internal disagreement about the correct path forward.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FOMC Minutes · Bureau of Labor Statistics · EIA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INFLATION PICTURE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CPI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(Feb 2026)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inflation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gas price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(Mar 2026)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Bureau of Labor Statistics · EIA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CONTEXT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Reserve was created in 1913 following a secret meeting on Jekyll Island, Georgia (Chapter 3 of The Record).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men representing a quarter of the world's wealth drafted the blueprint for America's central bank.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the Fed controls: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money supply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Interest rates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 regulation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Emergency lending (lender of last resort)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Critics argue the Fed operates with insufficient oversight — it has never been fully audited despite controlling the world's reserve currency.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2008 financial crisis (Chapter 13) exposed how Fed policy enabled the housing bubble through artificially low rates from 2001–2004.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Federal Reserve Act of 1913 · CRS Reports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BALANCE SHEET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$6.8T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Fed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Pre-COVID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$900B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Pre-2008 crisis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Federal Reserve Economic Data (FRED)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THE FED?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Reserve is not a government agency. It is a hybrid institution: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 regional Federal Reserve Banks are owned by their member commercial banks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Board of Governors is appointed by the President and confirmed by the Senate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Fed remits profits to the Treasury but operates independently of Congress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banks receive a 6% annual dividend on their stock.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York Fed conducts open market operations and maintains relationships with primary dealers — the largest Wall Street banks.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full chapter: "How the Federal Reserve Works" (Chapter 12) at veritasworldwide.com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Federal Reserve Act § 5 · 12 U.S.C. § 289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PLAYERS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Powell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Chair since 2018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Reappointed by Biden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Governor — lone dissent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Favored rate cut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219456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737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Dimon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JPMorgan CEO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Fed member bank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Federal Reserve Board of Governors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NEXT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6035040"/>
          </a:xfrm>
          <a:prstGeom prst="rect">
            <a:avLst>
              <a:gd name="adj" fmla="val 1515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5669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FOMC meeting is May 6–7, 2026.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oil prices remain above $110/barrel: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Inflation could re-accelerate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Fed may be forced to raise rates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Consumer spending would decline further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geopolitical tensions ease: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Oil could retreat to $85–90 range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Fed could begin cutting in Q3 2026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Markets would likely rally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CPI data (April 10), jobs report (May 2), and any Iranian nuclear deal developments.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source documents — FOMC statements, meeting minutes, and economic projections — are all available at federalreserve.gov.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7863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FOMC Schedule · Economic Projections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 WORLDWIDE PRESS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full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Reserve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sourced. Every figure documented.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No paywalls. Just the record.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5943600"/>
            <a:ext cx="4572000" cy="731520"/>
          </a:xfrm>
          <a:prstGeom prst="rect">
            <a:avLst>
              <a:gd name="adj" fmla="val 12500"/>
            </a:avLst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59436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7040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· Share · Send to someone who needs to see this.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7680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truth does not need your belief — it needs your voice."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8503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veritasworldwide.com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0" y="8503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2026-03-24T10:26:39Z</dcterms:created>
  <dcterms:modified xsi:type="dcterms:W3CDTF">2026-03-24T10:26:39Z</dcterms:modified>
</cp:coreProperties>
</file>