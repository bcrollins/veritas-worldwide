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NaN" cy="NaN"/>
  <p:notesSz cx="NaN" cy="NaN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55448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DOJ Releases 3.5 Million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Pages of Epstein Files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videos · 180,000 images · Names on the record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6858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released under Transparency 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7498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Department of Justice, March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8046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SWIPE FOR THE FULL STORY 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RELEASE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of documents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in the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180,000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cataloged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DOJ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Department of Justice, March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 THE FILES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DOJ release under the Transparency Act includes: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Flight logs from Epstein's private jets (including the Boeing 727 "Lolita Express")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Visitor logs from residences in Manhattan, Palm Beach, New Mexico, and the U.S. Virgin Islands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records showing transfers to associates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Sealed grand jury testimony now made public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Communications between Epstein and prominent figures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FBI surveillance records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largest single document release in the Epstein case, dwarfing previous disclosures from the Ghislaine Maxwell trial and the Virgin Islands civil suit.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DOJ Press Release · Court Records · FBI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Flights logged to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Epstein's island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individuals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court documents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$600M+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Epstein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estate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Court Records · FAA Flight Logs · USVI AG Office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LEGAL TIMELINE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2005–2006: Palm Beach PD investigation; FBI opens case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2007: U.S. Attorney Alex Acosta negotiates plea deal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2008: Epstein pleads guilty to state charges; 13-month sentence with work release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2018: Miami Herald investigation by Julie K. Brown reopens case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2019: SDNY indicts Epstein on federal sex trafficking charges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Aug 10, 2019: Epstein found dead in MCC Manhattan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2021–2022: Ghislaine Maxwell trial and conviction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2023: JPMorgan settles for $290M; Deutsche Bank for $75M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2024: Virgin Islands reaches $105M settlement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 2026: DOJ releases 3.5 million pages under Transparency Act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documented timeline with primary sources is in Chapter 28 of The Record.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DOJ · SDNY · Miami Herald · Court Records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INTELLIGENCE CONNECTION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documented connections link Epstein to intelligence agencies: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Former CIA Director William Barr's father hired Epstein as a teacher at Dalton School in 1974 — despite Epstein lacking a degree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Ghislaine Maxwell's father Robert Maxwell was documented by the FBI as a Mossad asset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Epstein's associate Ari Ben-Menashe (former Israeli military intelligence) stated under oath that Epstein was recruited by Israeli intelligence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Epstein's New Mexico ranch was reportedly equipped with surveillance equipment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tier: CIRCUMSTANTIAL — Individual facts are documented. The connections drawn between them are interpretive.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intelligence analysis is in Chapter 28 of The Record.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FBI files · Court depositions · OIG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SETTLEMENTS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$290M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JPMorgan Chase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(2023)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Deutsche Bank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(2023)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$105M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Virgin Islands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(2024)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Court Records · SEC Filings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REMAINS UNANSWERED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3.5 million pages, critical questions persist: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did Epstein accumulate his wealth? No verified client list from his "financial advisory" firm has ever been produced.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was the original 2008 plea deal so lenient? The DOJ OIG report found "professional failures" but no criminal misconduct.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did both cameras outside Epstein's cell malfunction on the night of his death?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Who were the unnamed co-conspirators referenced in the original indictment?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 is in the classified intelligence briefings referenced in the released documents?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questions are not conspiracy — they are gaps in the official record that remain unexplained.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DOJ OIG Report · SDNY Indictment · MCC Records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VERIFY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in The Record's Epstein chapter links to primary sources: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Flight logs: Searchable at CourtListener.com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Court filings: PACER (Public Access to Court Electronic Records)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FBI records: FBI Vault — vault.fbi.gov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DOJ releases: justice.gov/epstein-transparency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records: SEC EDGAR database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encourage every reader to verify independently. If you find an error, submit a factual dispute at veritasworldwide.com.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truth does not require your trust in us — it requires your willingness to read the documents yourself.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PACER · FBI Vault · DOJ · SEC EDGAR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201168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full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Epstein Investigation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sourced. Every figure documented.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ads. No paywalls. Just the record.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5943600"/>
            <a:ext cx="4572000" cy="731520"/>
          </a:xfrm>
          <a:prstGeom prst="rect">
            <a:avLst>
              <a:gd name="adj" fmla="val 12500"/>
            </a:avLst>
          </a:prstGeom>
          <a:solidFill>
            <a:srgbClr val="8B1A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5943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7040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· Share · Send to someone who needs to see this.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7680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truth does not need your belief — it needs your voice."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2026-03-24T10:26:39Z</dcterms:created>
  <dcterms:modified xsi:type="dcterms:W3CDTF">2026-03-24T10:26:39Z</dcterms:modified>
</cp:coreProperties>
</file>