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182880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Record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Documentary History of Power, Money &amp;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Institutions That Shaped the Modern World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5303520"/>
            <a:ext cx="1828800" cy="146304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394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612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5303520"/>
            <a:ext cx="1828800" cy="146304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5394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612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5303520"/>
            <a:ext cx="1828800" cy="146304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5394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63440" y="612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5303520"/>
            <a:ext cx="1828800" cy="146304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5394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66560" y="612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7132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Sources · Public Record · Your Conclusions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0" y="7772400"/>
            <a:ext cx="4572000" cy="640080"/>
          </a:xfrm>
          <a:prstGeom prst="rect">
            <a:avLst>
              <a:gd name="adj" fmla="val 14286"/>
            </a:avLst>
          </a:prstGeom>
          <a:solidFill>
            <a:srgbClr val="8B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7772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9070848"/>
            <a:ext cx="9144000" cy="73152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2026-03-24T10:27:38Z</dcterms:created>
  <dcterms:modified xsi:type="dcterms:W3CDTF">2026-03-24T10:27:38Z</dcterms:modified>
</cp:coreProperties>
</file>