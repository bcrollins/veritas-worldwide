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5544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&amp; FOREIGN POLICY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 Trillion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Budget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defense authorization in American history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6858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FY2027 proposed defense budget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7498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Senate Appropriations Committee Markup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8046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SWIPE FOR THE FULL STORY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$886B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Pentagon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(DoD)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weapons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(DOE/NNSA)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missile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(included)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Senate Appropriations Committee · CBO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F-47 STEALTH FIGHTER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FY2027 budget includes funding for the F-47, the next-generation stealth fighter: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Developed under the Next Generation Air Dominance (NGAD) program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Estimated cost: $300M+ per aircraft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to replace the F-22 Raptor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Features AI-enabled systems and drone wingman integration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Boeing selected as prime contractor (October 2024)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comparison: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F-35: $80M per unit (most expensive weapons program in history at $1.7T lifetime)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F-22: $150M per unit (production ended 2011)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defense budget has grown every year since 2015. In inflation-adjusted terms, current spending exceeds Cold War peaks.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DoD Budget Request · CBO · GAO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COMPARISON: WHAT $1.5T BUYS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FY2027 defense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proposal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to end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homelessness (HUD est.)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public university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(all states)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HUD · Dept of Education · CBO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PROFITS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5 defense contractors by revenue (2024):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Lockheed Martin — $67.6B (F-35, missiles, space)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RTX (Raytheon) — $56.4B (missiles, radar, Patriot)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Northrop Grumman — $39.3B (B-21, satellites, cyber)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Boeing Defense — $26.9B (F-47, tankers, helicopters)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General Dynamics — $42.3B (submarines, IT, Gulfstream)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five companies collectively spent $55M+ on lobbying in 2024 and donated to 90%+ of congressional defense committee members.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revolving door: 80%+ of senior DoD officials who left government in 2019–2024 took positions with defense contractors.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SIPRI · OpenSecrets · GAO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COMPARISON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$886B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(39% of global total)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$296B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(13% of global total)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$83B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(3.6% of global total)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SIPRI Military Expenditure Database 2024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 BASES WORLDWIDE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U.S. maintains approximately 800 military bases in 80+ countries and territories worldwide.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comparison: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UK: ~145 bases abroad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Russia: ~36 bases abroad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France: ~13 bases abroad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China: ~5 bases abroad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annual cost of maintaining overseas bases is estimated at $55–100 billion (DoD doesn't provide a precise figure).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concentrations: Germany (119 bases), Japan (120), South Korea (73), Italy (44).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22 of The Record examines how the post-9/11 era dramatically expanded the U.S. military footprint globally.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DoD Base Structure Report · David Vine, American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NUCLEAR ARSENAL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FY2027 budget includes $32 billion for nuclear weapons maintenance and modernization: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ICBM: Sentinel (replacing Minuteman III) — $96B program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bomber: B-21 Raider — $80B+ program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submarine: Columbia-class SSBN — $128B program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warhead: W93 for submarine-launched missiles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U.S. currently maintains approximately 5,044 nuclear warheads (1,770 deployed).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total cost of nuclear modernization over the next 30 years: estimated $1.5–2 trillion.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Israel is estimated to possess 80–400 nuclear warheads but has never signed the Nuclear Non-Proliferation Treaty (see Chapter 8).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CBO · SIPRI Nuclear Forces · DOE/NNSA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FOUNDERS SAID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"Overgrown military establishments are, under any form of government, inauspicious to liberty."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George Washington, Farewell Address, 1796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"Of all the enemies to public liberty, war is, perhaps, the most to be dreaded."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James Madison, Political Observations, 1795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spirit of this country is totally adverse to a large military force."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Thomas Jefferson, 1807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Constitution grants Congress — not the President — the power to declare war (Article I, Section 8). The last formal declaration of war by Congress was in 1942.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then, the U.S. has engaged in military action in Korea, Vietnam, Grenada, Panama, Gulf War, Somalia, Kosovo, Afghanistan, Iraq, Libya, Syria, and Yemen — all without formal declarations of war.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National Archives · Congressional Record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20116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full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Budget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sourced. Every figure documented.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ads. No paywalls. Just the record.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5943600"/>
            <a:ext cx="4572000" cy="731520"/>
          </a:xfrm>
          <a:prstGeom prst="rect">
            <a:avLst>
              <a:gd name="adj" fmla="val 12500"/>
            </a:avLst>
          </a:prstGeom>
          <a:solidFill>
            <a:srgbClr val="8B1A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5943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7040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· Share · Send to someone who needs to see this.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7680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truth does not need your belief — it needs your voice."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2026-03-24T10:26:39Z</dcterms:created>
  <dcterms:modified xsi:type="dcterms:W3CDTF">2026-03-24T10:26:39Z</dcterms:modified>
</cp:coreProperties>
</file>