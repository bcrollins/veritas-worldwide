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NaN" cy="NaN"/>
  <p:notesSz cx="NaN" cy="NaN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 WORLDWIDE PRESS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0" y="2103120"/>
            <a:ext cx="2743200" cy="2743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603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truth does</a:t>
            </a:r>
            <a:endParaRPr lang="en-US" sz="4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need</a:t>
            </a:r>
            <a:endParaRPr lang="en-US" sz="4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belief.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5303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needs your voice.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65836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858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Chapters · 500+ Primary Sources · 100% Free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7223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ads · No paywalls · No sponsors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7863840"/>
            <a:ext cx="4572000" cy="640080"/>
          </a:xfrm>
          <a:prstGeom prst="rect">
            <a:avLst>
              <a:gd name="adj" fmla="val 14286"/>
            </a:avLst>
          </a:prstGeom>
          <a:solidFill>
            <a:srgbClr val="8B1A1A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78638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0" y="9070848"/>
            <a:ext cx="9144000" cy="73152"/>
          </a:xfrm>
          <a:prstGeom prst="rect">
            <a:avLst/>
          </a:prstGeom>
          <a:solidFill>
            <a:srgbClr val="8B1A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2026-03-24T10:27:38Z</dcterms:created>
  <dcterms:modified xsi:type="dcterms:W3CDTF">2026-03-24T10:27:38Z</dcterms:modified>
</cp:coreProperties>
</file>